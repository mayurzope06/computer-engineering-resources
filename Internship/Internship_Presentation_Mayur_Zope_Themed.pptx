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45720"/>
            <a:ext cx="1737360" cy="5097780"/>
          </a:xfrm>
          <a:prstGeom prst="rect">
            <a:avLst/>
          </a:prstGeom>
          <a:solidFill>
            <a:srgbClr val="0D1520"/>
          </a:solidFill>
          <a:ln/>
        </p:spPr>
      </p:sp>
      <p:sp>
        <p:nvSpPr>
          <p:cNvPr id="5" name="Shape 3"/>
          <p:cNvSpPr/>
          <p:nvPr/>
        </p:nvSpPr>
        <p:spPr>
          <a:xfrm>
            <a:off x="7726680" y="548640"/>
            <a:ext cx="347472" cy="34747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8183880" y="1051560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1554480"/>
            <a:ext cx="182880" cy="1828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2011680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0" y="251460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301752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Shape 9"/>
          <p:cNvSpPr/>
          <p:nvPr/>
        </p:nvSpPr>
        <p:spPr>
          <a:xfrm>
            <a:off x="7818120" y="3520440"/>
            <a:ext cx="274320" cy="2743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594360"/>
            <a:ext cx="2377440" cy="3017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594360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</a:rPr>
              <a:t>INTERNSHIP PRESENTATION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10058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11480" y="146304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5000" dirty="0"/>
          </a:p>
        </p:txBody>
      </p:sp>
      <p:sp>
        <p:nvSpPr>
          <p:cNvPr id="16" name="Shape 14"/>
          <p:cNvSpPr/>
          <p:nvPr/>
        </p:nvSpPr>
        <p:spPr>
          <a:xfrm>
            <a:off x="411480" y="2331720"/>
            <a:ext cx="530352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331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W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WEULARITY – Digital Agency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6334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www.weularity.com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999232"/>
            <a:ext cx="38404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1455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Mayur Umakant Zope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511296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</a:rPr>
              <a:t>Frontend Developer Intern  |  B.E. Computer Engineering (Third Year)  •  NMIET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1480" y="3767328"/>
            <a:ext cx="6858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</a:rPr>
              <a:t>Roll No: TEC-A171  •  Duration: 1 Month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weularity.com  •  weularity@weularity.com  •  January 2026 –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64008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932688"/>
            <a:ext cx="45720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9326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9848" y="960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About Me &amp; Organization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777240"/>
            <a:ext cx="64008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919472" y="932688"/>
            <a:ext cx="457200" cy="40233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93268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04688" y="96012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Internship Overview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1627632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627632"/>
            <a:ext cx="64008" cy="7132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" y="1783080"/>
            <a:ext cx="457200" cy="40233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17830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848" y="18105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1 – Onboarding &amp; Setup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627632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27632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919472" y="1783080"/>
            <a:ext cx="45720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17830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04688" y="181051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2 – UI Component Dev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2478024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78024"/>
            <a:ext cx="64008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" y="2633472"/>
            <a:ext cx="457200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" y="2633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9848" y="2660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3 – Responsive Design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478024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478024"/>
            <a:ext cx="64008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4919472" y="2633472"/>
            <a:ext cx="457200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26334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04688" y="2660904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4 – Design to Code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3328416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328416"/>
            <a:ext cx="64008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" y="3483864"/>
            <a:ext cx="457200" cy="40233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" y="34838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69848" y="35112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Week 5 – Final Deliverables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3328416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328416"/>
            <a:ext cx="64008" cy="7132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2" name="Shape 40"/>
          <p:cNvSpPr/>
          <p:nvPr/>
        </p:nvSpPr>
        <p:spPr>
          <a:xfrm>
            <a:off x="4919472" y="3483864"/>
            <a:ext cx="457200" cy="40233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3" name="Text 41"/>
          <p:cNvSpPr/>
          <p:nvPr/>
        </p:nvSpPr>
        <p:spPr>
          <a:xfrm>
            <a:off x="4919472" y="348386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04688" y="3511296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Tools &amp; Technologies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20040" y="4178808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4178808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484632" y="4334256"/>
            <a:ext cx="45720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" y="43342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09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69848" y="43616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Learnings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754880" y="4178808"/>
            <a:ext cx="4206240" cy="71323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4178808"/>
            <a:ext cx="64008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Shape 50"/>
          <p:cNvSpPr/>
          <p:nvPr/>
        </p:nvSpPr>
        <p:spPr>
          <a:xfrm>
            <a:off x="4919472" y="4334256"/>
            <a:ext cx="457200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4919472" y="433425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10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504688" y="436168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Student Profile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3474720" cy="374904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34747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097280"/>
            <a:ext cx="1645920" cy="1645920"/>
          </a:xfrm>
          <a:prstGeom prst="ellipse">
            <a:avLst/>
          </a:prstGeom>
          <a:solidFill>
            <a:srgbClr val="2D3748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0972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C3AED"/>
                </a:solidFill>
              </a:rPr>
              <a:t>MZ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" y="292326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Mayur Umakant Zope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B6D4"/>
                </a:solidFill>
              </a:rPr>
              <a:t>Frontend Developer Intern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520440"/>
            <a:ext cx="2286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62102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B.E. Computer Engineering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Third Year  •  NMIET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A3AF"/>
                </a:solidFill>
              </a:rPr>
              <a:t>Roll No: TEC-A171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868680"/>
            <a:ext cx="480060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023360" y="868680"/>
            <a:ext cx="6400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187952" y="923544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3AED"/>
                </a:solidFill>
              </a:rPr>
              <a:t>Name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87952" y="116128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Mayur Umakant Zope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23360" y="1618488"/>
            <a:ext cx="480060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23360" y="1618488"/>
            <a:ext cx="64008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4" name="Text 22"/>
          <p:cNvSpPr/>
          <p:nvPr/>
        </p:nvSpPr>
        <p:spPr>
          <a:xfrm>
            <a:off x="4187952" y="167335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6B6D4"/>
                </a:solidFill>
              </a:rPr>
              <a:t>Course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87952" y="19110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B.E. Computer Engineering (Third Year)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23360" y="2368296"/>
            <a:ext cx="480060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23360" y="2368296"/>
            <a:ext cx="64008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8" name="Text 26"/>
          <p:cNvSpPr/>
          <p:nvPr/>
        </p:nvSpPr>
        <p:spPr>
          <a:xfrm>
            <a:off x="4187952" y="2423160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855F7"/>
                </a:solidFill>
              </a:rPr>
              <a:t>College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87952" y="266090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Nutan Maharashtra Institute of Engineering &amp; Technology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023360" y="3118104"/>
            <a:ext cx="480060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23360" y="3118104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187952" y="3172968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9E0B"/>
                </a:solidFill>
              </a:rPr>
              <a:t>Roll No.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87952" y="341071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TEC-A171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23360" y="3867912"/>
            <a:ext cx="480060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023360" y="3867912"/>
            <a:ext cx="64008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187952" y="3922776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0B981"/>
                </a:solidFill>
              </a:rPr>
              <a:t>Specialization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87952" y="41605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Development</a:t>
            </a:r>
            <a:endParaRPr lang="en-US" sz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387F011-7DB8-E5A8-85EC-E9D5AB79F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617" y="990848"/>
            <a:ext cx="1729566" cy="19790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Weularity – Digital Agency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14800" cy="74980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64008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418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7C3AED"/>
                </a:solidFill>
              </a:rPr>
              <a:t>Type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170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Digital Agency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13990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MSME Registered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1764792"/>
            <a:ext cx="4114800" cy="74980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764792"/>
            <a:ext cx="64008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379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6B6D4"/>
                </a:solidFill>
              </a:rPr>
              <a:t>Reg. No.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066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UDYAM-JK-07-0074522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229514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MSME Registration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660904"/>
            <a:ext cx="4114800" cy="74980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60904"/>
            <a:ext cx="64008" cy="7498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340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A855F7"/>
                </a:solidFill>
              </a:rPr>
              <a:t>Website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9626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www.weularity.com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1912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Official Company Website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557016"/>
            <a:ext cx="4114800" cy="74980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57016"/>
            <a:ext cx="64008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6301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9E0B"/>
                </a:solidFill>
              </a:rPr>
              <a:t>Duration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3858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Month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40873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</a:rPr>
              <a:t>January – February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868680"/>
            <a:ext cx="4114800" cy="3749040"/>
          </a:xfrm>
          <a:prstGeom prst="rect">
            <a:avLst/>
          </a:prstGeom>
          <a:solidFill>
            <a:srgbClr val="1A2332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868680"/>
            <a:ext cx="41148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1051560"/>
            <a:ext cx="164592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10515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W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4709160" y="20848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WEULARITY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709160" y="24140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</a:rPr>
              <a:t>Digital Agency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49240" y="2761488"/>
            <a:ext cx="283464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6B6D4"/>
                </a:solidFill>
              </a:rPr>
              <a:t>PROJECTS WORKED 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3255264"/>
            <a:ext cx="3566160" cy="402336"/>
          </a:xfrm>
          <a:prstGeom prst="rect">
            <a:avLst/>
          </a:prstGeom>
          <a:solidFill>
            <a:srgbClr val="243040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325526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www.weularity.com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983480" y="3767328"/>
            <a:ext cx="3566160" cy="402336"/>
          </a:xfrm>
          <a:prstGeom prst="rect">
            <a:avLst/>
          </a:prstGeom>
          <a:solidFill>
            <a:srgbClr val="243040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7673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www.kanect.shop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0" y="43251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Agile / Scrum methodology  •  Alternate-day Scrum meetings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Internship at a Glance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96596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19659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0515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C3AED"/>
                </a:solidFill>
              </a:rPr>
              <a:t>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0040" y="1737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Weeks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868680"/>
            <a:ext cx="196596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868680"/>
            <a:ext cx="196596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0515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B6D4"/>
                </a:solidFill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2468880" y="1737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Live Projects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868680"/>
            <a:ext cx="196596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868680"/>
            <a:ext cx="19659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0515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</a:rPr>
              <a:t>4+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4617720" y="1737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Technologies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868680"/>
            <a:ext cx="196596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868680"/>
            <a:ext cx="196596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105156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</a:rPr>
              <a:t>10+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766560" y="17373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PRs Raised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2487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</a:rPr>
              <a:t>TIMELINE OVERVIEW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852928"/>
            <a:ext cx="1572768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52928"/>
            <a:ext cx="1572768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" y="2999232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877824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1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3192" y="3547872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" y="384048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Onboarding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39112" y="2852928"/>
            <a:ext cx="1572768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039112" y="2852928"/>
            <a:ext cx="1572768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3" name="Shape 31"/>
          <p:cNvSpPr/>
          <p:nvPr/>
        </p:nvSpPr>
        <p:spPr>
          <a:xfrm>
            <a:off x="2596896" y="2999232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2596896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12264" y="3547872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12264" y="384048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UI Dev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58184" y="2852928"/>
            <a:ext cx="1572768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58184" y="2852928"/>
            <a:ext cx="1572768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9" name="Shape 37"/>
          <p:cNvSpPr/>
          <p:nvPr/>
        </p:nvSpPr>
        <p:spPr>
          <a:xfrm>
            <a:off x="4315968" y="2999232"/>
            <a:ext cx="457200" cy="45720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431596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831336" y="3547872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31336" y="384048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Responsive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77256" y="2852928"/>
            <a:ext cx="1572768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77256" y="2852928"/>
            <a:ext cx="157276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5" name="Shape 43"/>
          <p:cNvSpPr/>
          <p:nvPr/>
        </p:nvSpPr>
        <p:spPr>
          <a:xfrm>
            <a:off x="6035040" y="299923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603504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4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550408" y="3547872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4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50408" y="384048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Design→Code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196328" y="2852928"/>
            <a:ext cx="1572768" cy="16459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96328" y="2852928"/>
            <a:ext cx="157276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Shape 49"/>
          <p:cNvSpPr/>
          <p:nvPr/>
        </p:nvSpPr>
        <p:spPr>
          <a:xfrm>
            <a:off x="7754112" y="29992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775411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5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269480" y="3547872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Week 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69480" y="3840480"/>
            <a:ext cx="142646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Onboarding &amp; Environment Setup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96112"/>
            <a:ext cx="8503920" cy="676656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96112"/>
            <a:ext cx="64008" cy="6766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024128"/>
            <a:ext cx="420624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024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96012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Orientation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25272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Attended internship orientation and understood company workflow and processes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700784"/>
            <a:ext cx="8503920" cy="676656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700784"/>
            <a:ext cx="64008" cy="67665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1828800"/>
            <a:ext cx="420624" cy="42062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176479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Scrum Meetings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05740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Participated in alternate-day Scrum meetings to track progress and plan tasks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05456"/>
            <a:ext cx="8503920" cy="676656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505456"/>
            <a:ext cx="64008" cy="67665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2633472"/>
            <a:ext cx="420624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256946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 Environment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286207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Set up development environment for Next.js and React.js projects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310128"/>
            <a:ext cx="8503920" cy="676656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310128"/>
            <a:ext cx="64008" cy="6766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438144"/>
            <a:ext cx="420624" cy="4206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37413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Codebase Study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6667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Studied existing codebase and understood overall project structure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114800"/>
            <a:ext cx="8503920" cy="676656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114800"/>
            <a:ext cx="64008" cy="6766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502920" y="4242816"/>
            <a:ext cx="420624" cy="42062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51560" y="417880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 &amp; GitHub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51560" y="447141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Learned Git &amp; GitHub workflow including branch creation for feature dev and bug fixing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Dynamic UI Component Development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</a:rPr>
              <a:t>TASKS COMPLETED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170432"/>
            <a:ext cx="4160520" cy="96926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170432"/>
            <a:ext cx="64008" cy="9692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" y="1426464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4984" y="133502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Designed and developed dynamic UI components for www.weularity.com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4160520" cy="96926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70432"/>
            <a:ext cx="64008" cy="9692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3752" y="1426464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1426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04104" y="133502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Worked with Next.js routing system for page navigation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2267712"/>
            <a:ext cx="4160520" cy="96926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67712"/>
            <a:ext cx="64008" cy="9692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" y="2523744"/>
            <a:ext cx="411480" cy="41148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14984" y="243230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Created reusable React functional components for scalable UI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2267712"/>
            <a:ext cx="4160520" cy="96926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67712"/>
            <a:ext cx="64008" cy="9692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873752" y="2523744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873752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04104" y="243230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Created separate Git branches for each assigned task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3364992"/>
            <a:ext cx="4160520" cy="96926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364992"/>
            <a:ext cx="64008" cy="9692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" y="3621024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" y="3621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4984" y="352958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Implemented dynamic rendering using props and state management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09160" y="3364992"/>
            <a:ext cx="4160520" cy="96926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364992"/>
            <a:ext cx="64008" cy="9692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4873752" y="3621024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873752" y="3621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04104" y="352958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Committed, pushed code, and raised pull requests for peer review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Responsive UI Implementation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5029200" cy="374904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502920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784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B6D4"/>
                </a:solidFill>
              </a:rPr>
              <a:t>TAILWIND CSS RESPONSIVE DESIGN &amp; Dynamic UI Components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4663440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Converted templates into React Components.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Implemented responsive UI using Tailwind CSS utility classes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Applied responsive breakpoints: mobile, tablet, and desktop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Fixed alignment and layout issues across various screen sizes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Tested responsiveness across multiple device screen sizes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Merged approved changes into main branch after code 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868680"/>
            <a:ext cx="3246120" cy="3749040"/>
          </a:xfrm>
          <a:prstGeom prst="rect">
            <a:avLst/>
          </a:prstGeom>
          <a:solidFill>
            <a:srgbClr val="1A2332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0" y="868680"/>
            <a:ext cx="32461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5742432" y="978408"/>
            <a:ext cx="2880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7C3AED"/>
                </a:solidFill>
              </a:rPr>
              <a:t>BREAKPOINTS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42432" y="1371600"/>
            <a:ext cx="2926080" cy="658368"/>
          </a:xfrm>
          <a:prstGeom prst="rect">
            <a:avLst/>
          </a:prstGeom>
          <a:solidFill>
            <a:srgbClr val="243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5742432" y="1371600"/>
            <a:ext cx="64008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1463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sm: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97880" y="171907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640px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06640" y="15544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1D5DB"/>
                </a:solidFill>
              </a:rPr>
              <a:t>Mobile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42432" y="2176272"/>
            <a:ext cx="2926080" cy="658368"/>
          </a:xfrm>
          <a:prstGeom prst="rect">
            <a:avLst/>
          </a:prstGeom>
          <a:solidFill>
            <a:srgbClr val="243040"/>
          </a:solidFill>
          <a:ln/>
        </p:spPr>
      </p:sp>
      <p:sp>
        <p:nvSpPr>
          <p:cNvPr id="21" name="Shape 19"/>
          <p:cNvSpPr/>
          <p:nvPr/>
        </p:nvSpPr>
        <p:spPr>
          <a:xfrm>
            <a:off x="5742432" y="2176272"/>
            <a:ext cx="64008" cy="6583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226771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md: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97880" y="252374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768px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235915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1D5DB"/>
                </a:solidFill>
              </a:rPr>
              <a:t>Tablet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42432" y="2980944"/>
            <a:ext cx="2926080" cy="658368"/>
          </a:xfrm>
          <a:prstGeom prst="rect">
            <a:avLst/>
          </a:prstGeom>
          <a:solidFill>
            <a:srgbClr val="243040"/>
          </a:solidFill>
          <a:ln/>
        </p:spPr>
      </p:sp>
      <p:sp>
        <p:nvSpPr>
          <p:cNvPr id="26" name="Shape 24"/>
          <p:cNvSpPr/>
          <p:nvPr/>
        </p:nvSpPr>
        <p:spPr>
          <a:xfrm>
            <a:off x="5742432" y="2980944"/>
            <a:ext cx="64008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Text 25"/>
          <p:cNvSpPr/>
          <p:nvPr/>
        </p:nvSpPr>
        <p:spPr>
          <a:xfrm>
            <a:off x="5897880" y="307238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lg: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897880" y="332841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1024px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316382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1D5DB"/>
                </a:solidFill>
              </a:rPr>
              <a:t>Desktop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42432" y="3785616"/>
            <a:ext cx="2926080" cy="658368"/>
          </a:xfrm>
          <a:prstGeom prst="rect">
            <a:avLst/>
          </a:prstGeom>
          <a:solidFill>
            <a:srgbClr val="243040"/>
          </a:solidFill>
          <a:ln/>
        </p:spPr>
      </p:sp>
      <p:sp>
        <p:nvSpPr>
          <p:cNvPr id="31" name="Shape 29"/>
          <p:cNvSpPr/>
          <p:nvPr/>
        </p:nvSpPr>
        <p:spPr>
          <a:xfrm>
            <a:off x="5742432" y="3785616"/>
            <a:ext cx="64008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387705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xl: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97880" y="413308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1280px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3968496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1D5DB"/>
                </a:solidFill>
              </a:rPr>
              <a:t>Wide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Design Templates to Functional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60520" cy="111556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64008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Design Conversion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1289304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Converted design templates into fully functional React components matching pixel-perfect specifications.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111556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68680"/>
            <a:ext cx="64008" cy="1115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873752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Weularity.com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73752" y="1289304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Developed and integrated new frontend components directly into the live Weularity website.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130552"/>
            <a:ext cx="4160520" cy="111556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30552"/>
            <a:ext cx="64008" cy="111556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2221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</a:rPr>
              <a:t>Kanect.shop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2551176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Built and deployed frontend components for kanect.shop maintaining design consistency throughout.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130552"/>
            <a:ext cx="4160520" cy="111556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130552"/>
            <a:ext cx="64008" cy="11155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73752" y="2221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Code Quality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73752" y="2551176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Maintained clean code structure, component reusability, and followed coding best practices.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392424"/>
            <a:ext cx="4160520" cy="111556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92424"/>
            <a:ext cx="64008" cy="11155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" y="3483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GitHub Workflow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" y="381304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Used GitHub branches for structured development ensuring isolated feature development per task.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392424"/>
            <a:ext cx="4160520" cy="1115568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392424"/>
            <a:ext cx="64008" cy="111556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0" name="Text 28"/>
          <p:cNvSpPr/>
          <p:nvPr/>
        </p:nvSpPr>
        <p:spPr>
          <a:xfrm>
            <a:off x="4873752" y="34838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</a:rPr>
              <a:t>Scrum Updates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73752" y="3813048"/>
            <a:ext cx="3840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Reported progress in Scrum meetings, collaborated and coordinated with team members effectively.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Final Deliverables &amp; Project Sign-Off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850392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686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Internship Successfully Completed!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64208"/>
            <a:ext cx="64008" cy="6400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792224"/>
            <a:ext cx="384048" cy="38404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72821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 Merging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9339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Assisted in merging final frontend branches into production for Weularity and Kanect projects.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32304"/>
            <a:ext cx="850392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32304"/>
            <a:ext cx="64008" cy="6400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2560320"/>
            <a:ext cx="384048" cy="38404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49631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 Scrum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761488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Participated in the final Scrum meeting for comprehensive project review and sign-off.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850392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00400"/>
            <a:ext cx="64008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328416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264408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All Tasks Done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52958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Successfully completed all assigned frontend tasks and internship requirements within schedule.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968496"/>
            <a:ext cx="8503920" cy="64008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968496"/>
            <a:ext cx="64008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096512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03250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Deployments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29768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Contributed components are live and running on www.weularity.com and www.kanect.shop.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Tools &amp; Technologies Used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60520" cy="182880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41605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05156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</a:rPr>
              <a:t>⚛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051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React.js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1371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7C3AED"/>
                </a:solidFill>
              </a:rPr>
              <a:t>Frontend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374904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8745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Built reusable functional components with props, state management and dynamic rendering for production-grade web apps.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868680"/>
            <a:ext cx="4160520" cy="182880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868680"/>
            <a:ext cx="416052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05156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</a:rPr>
              <a:t>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23560" y="1051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Next.js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23560" y="13716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6B6D4"/>
                </a:solidFill>
              </a:rPr>
              <a:t>Framework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1783080"/>
            <a:ext cx="374904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8745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Utilized Next.js routing system and SSR capabilities for high-performance web pages and seamless navigation.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4160520" cy="182880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880360"/>
            <a:ext cx="41605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306324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</a:rPr>
              <a:t>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3444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Tailwind CSS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33832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9E0B"/>
                </a:solidFill>
              </a:rPr>
              <a:t>Styling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794760"/>
            <a:ext cx="374904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886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Applied utility-first CSS for rapid responsive design with mobile-first breakpoints across all device sizes.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880360"/>
            <a:ext cx="4160520" cy="182880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880360"/>
            <a:ext cx="41605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306324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11827"/>
                </a:solidFill>
              </a:rPr>
              <a:t>🔀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623560" y="30632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 &amp; GitHub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23560" y="338328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0B981"/>
                </a:solidFill>
              </a:rPr>
              <a:t>Version Control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3794760"/>
            <a:ext cx="3749040" cy="36576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886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Managed code via branches, commits, pull requests and collaborative code reviews in a professional team environment.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Agile &amp; Scrum in Practice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196596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19659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069848" y="1005840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Sprint Planning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68880" y="868680"/>
            <a:ext cx="196596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868680"/>
            <a:ext cx="196596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Shape 13"/>
          <p:cNvSpPr/>
          <p:nvPr/>
        </p:nvSpPr>
        <p:spPr>
          <a:xfrm>
            <a:off x="3218688" y="1005840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21868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60320" y="157276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Daily Scrum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868680"/>
            <a:ext cx="196596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868680"/>
            <a:ext cx="196596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5367528" y="1005840"/>
            <a:ext cx="475488" cy="47548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1" name="Text 19"/>
          <p:cNvSpPr/>
          <p:nvPr/>
        </p:nvSpPr>
        <p:spPr>
          <a:xfrm>
            <a:off x="536752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157276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Sprint Execution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868680"/>
            <a:ext cx="1965960" cy="14173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868680"/>
            <a:ext cx="19659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7516368" y="1005840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51636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0" y="157276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Review &amp; Retrospective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2450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6B6D4"/>
                </a:solidFill>
              </a:rPr>
              <a:t>HOW I APPLIED SCRUM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798064"/>
            <a:ext cx="8503920" cy="42062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798064"/>
            <a:ext cx="64008" cy="42062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288950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Attended alternate-day Scrum stand-up meetings for daily progress updates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291840"/>
            <a:ext cx="8503920" cy="42062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291840"/>
            <a:ext cx="64008" cy="42062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38328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Created feature branches for each sprint task ensuring isolated development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" y="3785616"/>
            <a:ext cx="8503920" cy="42062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785616"/>
            <a:ext cx="64008" cy="42062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387705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Raised Pull Requests for peer review before merging to main/production branch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279392"/>
            <a:ext cx="8503920" cy="420624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4279392"/>
            <a:ext cx="64008" cy="42062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02920" y="437083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Participated in final sprint review and sign-off meeting with team leads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Git &amp; GitHub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2697480" cy="181051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26974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435608" y="1005840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43560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" y="158191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Branch Creation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194767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Created dedicated feature/fix branches from main for each assigned task.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2697480" cy="181051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868680"/>
            <a:ext cx="269748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315968" y="1005840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31596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158191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Development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10128" y="194767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Developed components, implemented features, and tested locally on the branch.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868680"/>
            <a:ext cx="2697480" cy="181051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868680"/>
            <a:ext cx="269748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2" name="Shape 20"/>
          <p:cNvSpPr/>
          <p:nvPr/>
        </p:nvSpPr>
        <p:spPr>
          <a:xfrm>
            <a:off x="7196328" y="1005840"/>
            <a:ext cx="475488" cy="47548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3" name="Text 21"/>
          <p:cNvSpPr/>
          <p:nvPr/>
        </p:nvSpPr>
        <p:spPr>
          <a:xfrm>
            <a:off x="719632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90488" y="158191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Commit &amp; Push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90488" y="194767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Committed changes with meaningful messages and pushed to remote repository.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2697480" cy="181051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34640"/>
            <a:ext cx="26974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1435608" y="2971800"/>
            <a:ext cx="475488" cy="47548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435608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9768" y="354787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Pull Request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9768" y="391363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Raised Pull Requests for code review with team lead before any merge.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834640"/>
            <a:ext cx="2697480" cy="181051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2834640"/>
            <a:ext cx="26974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Shape 32"/>
          <p:cNvSpPr/>
          <p:nvPr/>
        </p:nvSpPr>
        <p:spPr>
          <a:xfrm>
            <a:off x="4315968" y="2971800"/>
            <a:ext cx="475488" cy="47548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315968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10128" y="354787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 Review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10128" y="391363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Addressed review comments, made fixes, and got the PR approved.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0760" y="2834640"/>
            <a:ext cx="2697480" cy="181051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80760" y="2834640"/>
            <a:ext cx="2697480" cy="640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0" name="Shape 38"/>
          <p:cNvSpPr/>
          <p:nvPr/>
        </p:nvSpPr>
        <p:spPr>
          <a:xfrm>
            <a:off x="7196328" y="2971800"/>
            <a:ext cx="475488" cy="47548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7196328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90488" y="354787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Merge to Main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190488" y="3913632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</a:rPr>
              <a:t>Merged approved branches into main/production after sign-off.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</a:rPr>
              <a:t>Key Learnings &amp; Skills Gained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</a:rPr>
              <a:t>Mayur Umakant Zope  •  Weularity Digital Agency  •  Frontend Developer Intern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4160520" cy="11887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68680"/>
            <a:ext cx="64008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11430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⚛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960120"/>
            <a:ext cx="3127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React.js Mastery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1325880"/>
            <a:ext cx="3127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Deepened understanding of component architecture, props, state, and React lifecycle in real projects.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868680"/>
            <a:ext cx="4160520" cy="11887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868680"/>
            <a:ext cx="64008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3752" y="1143000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4873752" y="1143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▲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23560" y="960120"/>
            <a:ext cx="3127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 Framework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23560" y="1325880"/>
            <a:ext cx="3127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Gained hands-on experience with Next.js routing, SSR, and building production-grade web applications.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203704"/>
            <a:ext cx="4160520" cy="11887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03704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" y="2478024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" y="24780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2295144"/>
            <a:ext cx="3127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Tailwind CSS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2660904"/>
            <a:ext cx="3127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Mastered utility-first styling and responsive design principles for cross-device compatibility.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203704"/>
            <a:ext cx="4160520" cy="11887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203704"/>
            <a:ext cx="64008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4873752" y="2478024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873752" y="24780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623560" y="2295144"/>
            <a:ext cx="3127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 Workflow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2660904"/>
            <a:ext cx="3127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Understood professional version control with branching strategies, PRs, and collaborative code reviews.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538728"/>
            <a:ext cx="4160520" cy="11887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538728"/>
            <a:ext cx="64008" cy="1188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4" name="Shape 32"/>
          <p:cNvSpPr/>
          <p:nvPr/>
        </p:nvSpPr>
        <p:spPr>
          <a:xfrm>
            <a:off x="484632" y="3813048"/>
            <a:ext cx="594360" cy="5943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" y="3813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234440" y="3630168"/>
            <a:ext cx="3127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Agile/Scrum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34440" y="3995928"/>
            <a:ext cx="3127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Experienced real-world Agile methodology, sprint planning, daily stand-ups and iterative delivery.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3538728"/>
            <a:ext cx="4160520" cy="1188720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538728"/>
            <a:ext cx="64008" cy="1188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0" name="Shape 38"/>
          <p:cNvSpPr/>
          <p:nvPr/>
        </p:nvSpPr>
        <p:spPr>
          <a:xfrm>
            <a:off x="4873752" y="3813048"/>
            <a:ext cx="594360" cy="5943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1" name="Text 39"/>
          <p:cNvSpPr/>
          <p:nvPr/>
        </p:nvSpPr>
        <p:spPr>
          <a:xfrm>
            <a:off x="4873752" y="38130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623560" y="3630168"/>
            <a:ext cx="3127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Industry Readiness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623560" y="3995928"/>
            <a:ext cx="31272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1D5DB"/>
                </a:solidFill>
              </a:rPr>
              <a:t>Improved team communication, code quality, and ability to work on live production websites.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82880"/>
            <a:ext cx="2926080" cy="2926080"/>
          </a:xfrm>
          <a:prstGeom prst="ellipse">
            <a:avLst/>
          </a:prstGeom>
          <a:solidFill>
            <a:srgbClr val="161E2B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2194560"/>
            <a:ext cx="2011680" cy="2011680"/>
          </a:xfrm>
          <a:prstGeom prst="ellipse">
            <a:avLst/>
          </a:prstGeom>
          <a:solidFill>
            <a:srgbClr val="111827"/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5486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0" y="1097280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16459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01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B6D4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5486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Transformative Experience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11480" y="1170432"/>
            <a:ext cx="6217920" cy="62179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234440"/>
            <a:ext cx="5897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1D5DB"/>
                </a:solidFill>
              </a:rPr>
              <a:t>The internship at Weularity bridged the gap between academic knowledge and real-world software development. Working on live projects like weularity.com and kanect.shop provided invaluable practical exposure.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993392"/>
            <a:ext cx="3063240" cy="62179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993392"/>
            <a:ext cx="64008" cy="6217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" y="215798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1305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Built production-ready React/Next.js components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66160" y="1993392"/>
            <a:ext cx="3063240" cy="62179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66160" y="1993392"/>
            <a:ext cx="64008" cy="6217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Shape 18"/>
          <p:cNvSpPr/>
          <p:nvPr/>
        </p:nvSpPr>
        <p:spPr>
          <a:xfrm>
            <a:off x="3730752" y="2157984"/>
            <a:ext cx="292608" cy="29260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3730752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21305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Followed professional Agile/Scrum workflow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2743200"/>
            <a:ext cx="3063240" cy="62179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43200"/>
            <a:ext cx="64008" cy="62179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" y="2907792"/>
            <a:ext cx="292608" cy="29260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28803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Mastered Git branching &amp; PR-based reviews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566160" y="2743200"/>
            <a:ext cx="3063240" cy="621792"/>
          </a:xfrm>
          <a:prstGeom prst="rect">
            <a:avLst/>
          </a:prstGeom>
          <a:solidFill>
            <a:srgbClr val="1F2937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66160" y="2743200"/>
            <a:ext cx="64008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3730752" y="2907792"/>
            <a:ext cx="292608" cy="29260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730752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60520" y="28803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Contributed to 2 live websites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059936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You!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0" y="45720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B4FE"/>
                </a:solidFill>
              </a:rPr>
              <a:t>Mayur Umakant Zope  •  TEC-A171  •  NMIET  •  Frontend Developer Intern  •  Weularity Digital Agency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1281</Words>
  <Application>Microsoft Office PowerPoint</Application>
  <PresentationFormat>On-screen Show (16:9)</PresentationFormat>
  <Paragraphs>292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Presentation – Mayur Zope – Weularity</dc:title>
  <dc:subject>PptxGenJS Presentation</dc:subject>
  <dc:creator>PptxGenJS</dc:creator>
  <cp:lastModifiedBy>Mayur Zope</cp:lastModifiedBy>
  <cp:revision>4</cp:revision>
  <dcterms:created xsi:type="dcterms:W3CDTF">2026-03-04T17:42:58Z</dcterms:created>
  <dcterms:modified xsi:type="dcterms:W3CDTF">2026-04-08T02:43:33Z</dcterms:modified>
</cp:coreProperties>
</file>